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0360"/>
            <a:ext cx="12188952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 the Box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9D4E8"/>
                </a:solidFill>
              </a:rPr>
              <a:t>Experiments, natural experiments, and the unintended consequences of hiding criminal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C9"/>
                </a:solidFill>
              </a:rPr>
              <a:t>Causal Analysis  ·  CUNY Graduate Center  ·  Guest topic, drawing on Doleac (2019) Congressional testimony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“Ban the Box”?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“Ban the Box” (BTB) laws remove the criminal-history checkbox from job applications — employers can still ask, but later in the process.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Rationale: ~70–100 million U.S. adults have a criminal record; if a checkbox causes employers to screen them out before ever meeting them, delaying that question should help people with records get a fair look.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Adopted in some form by 35+ states and 150+ cities/counties (public and, in many places, private employers) by the time of this testimony.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1F3864"/>
                </a:solidFill>
              </a:rPr>
              <a:t>The policy question for today: does BTB actually increase employment for people with records — and does it have costs for anyone else?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Source: Doleac, “Empirical evidence on the effects of Ban the Box policies,” testimony before the U.S. House Committee on Oversight and Reform, 2019.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WHY THIS IS A HARD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just compare before vs.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Naive approach: look at employment for people with records before BTB passes, then after. If it rose, credit BTB.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Problem: lots of things change at the same time — the economy, local labor demand, who's applying — so a before/after comparison confounds the policy with everything else moving over time.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3864"/>
                </a:solidFill>
              </a:rPr>
              <a:t>We need a credible counterfactual: what would have happened to the same people, in the same place and time, without BTB?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This is exactly the identification problem we've been building tools for all semester — BTB research is a case study in how economists approach it with three different designs.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METHODS REFRESHER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in general: why randomize?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54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The logic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543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Randomly assigning treatment (not letting people/firms/policies self-select into it) makes the treatment and control groups comparable on average — observed and unobserved.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Any difference in outcomes can then be attributed to the treatment itself, not to pre-existing differences.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is the gold standard for internal validity — the strongest causal claim we can make.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4476" y="1417320"/>
            <a:ext cx="0" cy="498348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7356" y="1417320"/>
            <a:ext cx="5454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The trade-off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77356" y="1828800"/>
            <a:ext cx="54543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True randomized experiments are often impossible or unethical for policy questions (we can't randomly assign BTB laws to cities).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 researchers use two substitutes: (1) small-scale field/audit experiments researchers can run themselves, and (2) “natural” or quasi-experiments that exploit policy rollouts as if they were randomized.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Both appear in the BTB literature — and give very different answers.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A FAMILIAR DESIGN, NEW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Compare: Gerber &amp; Green (2000) on voter turnout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54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Gerber &amp; Green (2000)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543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Classic GOTV field experiment: ~30,000 New Haven, CT registered voters randomly assigned to door-to-door canvassing, phone calls, direct mail, or control.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Outcome: actual turnout, pulled from administrative voter files — real behavior, not a survey response.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Random assignment of a REAL intervention to REAL people, with a REAL downstream outcome.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4476" y="1417320"/>
            <a:ext cx="0" cy="498348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7356" y="1417320"/>
            <a:ext cx="5454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Agan &amp; Starr (2018) — BTB 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77356" y="1828800"/>
            <a:ext cx="54543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Field experiment too, but randomizes a race-coded NAME on ~15,000 fictitious resumes, not a real intervention on real people.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Outcome: employer callback rate — a proxy for discrimination, not an actual hire or employment spell.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Same logic (random assignment → clean causal comparison), narrower claim: it tells us about callback discrimination, not employment itself.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Gerber, A. &amp; Green, D. (2000). “The Effects of Canvassing, Telephone Calls, and Direct Mail on Voter Turnout.” APSR 94(3).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DESIGN 1 — FIELD / AUDIT EXPERIMENT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Agan &amp; Starr (2018): send matched fake resumes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Design: submitted ~15,000 fictitious online job applications in NJ and NY, before and after those states adopted BTB.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Applicant pairs were randomly assigned a race-associated name (Black- vs. white-sounding) and otherwise identical resumes — the randomization is the experiment.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This isolates race discrimination directly: it doesn't test BTB's effect on people with records at all — it tests what happens to the racial callback gap once the record question is hidden.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Result: after BTB, the white-Black callback gap widened — employers appeared to use race as a proxy for criminal history once they couldn't ask directly.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Agan, A. &amp; Starr, S. (2018). “Ban the Box, Criminal Records, and Racial Discrimination: A Field Experiment.” QJE.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DESIGN 2 — QUASI-EXPERIMENT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Doleac &amp; Hansen (2018): difference-in-differences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Design: use the staggered rollout of BTB across cities/states over time as a natural experiment — compare employment trends in adopting vs. non-adopting areas, before vs. after adoption.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Identifying assumption: parallel trends — absent BTB, employment for the affected group would have moved the same way in both areas. Checked visually with pre-trend plots.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Key move: since you can't observe who actually has a record, they study groups where having a record is common — young, low-skilled, Black and Hispanic men — as a proxy.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Doleac, J. &amp; Hansen, B. (2018). “The Unintended Consequences of ‘Ban the Box’.” Journal of Labor Economics.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DESIGN 2 — 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discrimination: the mechanism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EF2F8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BTB law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passes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EF2F8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Employer can't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ask about record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8686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868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Statistical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discrimination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by race rises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214884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DEC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Employment for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Black men ( ↓ 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1714500"/>
            <a:ext cx="914400" cy="9144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303520" y="1407490"/>
            <a:ext cx="2560320" cy="217627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1888007"/>
            <a:ext cx="2560320" cy="422453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23960" y="1783080"/>
            <a:ext cx="9144" cy="365760"/>
          </a:xfrm>
          <a:prstGeom prst="line">
            <a:avLst/>
          </a:prstGeom>
          <a:noFill/>
          <a:ln w="25400">
            <a:solidFill>
              <a:srgbClr val="1F3864"/>
            </a:solidFill>
            <a:prstDash val="dash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112745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Finding: employment for young, low-skilled Black men fell by roughly 3–5 percentage points in BTB areas, relative to trend.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Mechanism — statistical discrimination: without individual record information, employers use race as a (biased, inaccurate) group-level proxy for criminal history risk.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1F3864"/>
                </a:solidFill>
              </a:rPr>
              <a:t>Net effect: BTB may help individuals with records get a foot in the door, while harming the broader group of young minority men employers now statistically discriminate against.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Doleac &amp; Hansen (2018); mechanism corroborated by Agan &amp; Starr (2018) audit results on the previous slide.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DESIGN 3 — ADMINISTRATIVE DATA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about people WHO ACTUALLY have records?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Rose (2018) and Jackson &amp; Zhao (2017) use administrative records (not proxies) to study people who actually have criminal histories, exploiting specific local policy changes (Durham County, NC; Massachusetts CORI reform) as natural experiments.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Advantage over Design 2: directly observes the population BTB is meant to help, instead of inferring from demographic proxies.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Finding: little to no detectable employment benefit for people with records themselves — reinforcing that BTB's main measurable effect is the statistical-discrimination cost to the proxy group, not a clear gain for its intended beneficiaries.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Rose, E. (2018); Jackson, O. &amp; Zhao, B. (2017), Federal Reserve Bank of Boston Working Paper 16-30.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PUTTING IT TOGETHER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studies, three designs, one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834640"/>
                <a:gridCol w="395935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Who's studied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Agan &amp; Starr 2018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Audit experiment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Fictitious applicants, by race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C00000"/>
                          </a:solidFill>
                        </a:rPr>
                        <a:t>Racial callback gap widens post-BTB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Doleac &amp; Hansen 2018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Diff-in-diff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Young, low-skill men (proxy)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C00000"/>
                          </a:solidFill>
                        </a:rPr>
                        <a:t>Employment for young Black men falls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Rose 2018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Admin-data natural exp.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People with actual records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</a:rPr>
                        <a:t>Little/no employment gain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Jackson &amp; Zhao 2017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Admin-data natural exp.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People with actual records (MA)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55555"/>
                          </a:solidFill>
                        </a:rPr>
                        <a:t>Little/no employment gain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Across every design — experimental and quasi-experimental alike — the same uncomfortable pattern shows up: intended beneficiaries aren't clearly helped, and a related group is measurably harmed.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BEYOND EMPLOYMENT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Spillover effects: licensing and crime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54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“Buy back the box” (licensing)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543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Blair &amp; Chung (2018) and Marchingiglio (2019): occupational licensing requirements let employers effectively re-impose a record check for licensed jobs.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People with records shift toward licensed occupations at lower rates post-BTB — a substitution effect the simple employment-rate comparison misses.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4476" y="1417320"/>
            <a:ext cx="0" cy="498348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7356" y="1417320"/>
            <a:ext cx="5454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Crime (Sabia et al. 2019)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77356" y="1828800"/>
            <a:ext cx="54543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Tests whether BTB's labor-market effects feed through to crime rates.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Finds some evidence that BTB is associated with increased crime among the demographic groups facing worse job prospects — consistent with the statistical-discrimination mechanism.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POLICY ALTERNATIVES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BTB backfires, what else could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Certificates of Qualification for Employment (CQE): a court or agency certifies that a specific individual with a record has been rehabilitated — restoring individualized information rather than removing it.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Leasure &amp; Stevens Andersen (2016) audit experiment: applicants with a record AND a certificate got callbacks at rates statistically similar to applicants with no record at all — far above applicants with a record and no certificate.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1F3864"/>
                </a:solidFill>
              </a:rPr>
              <a:t>The contrast with BTB is the point: CQEs add credible individual information back in, rather than withholding group-level information and letting employers fall back on statistical discrimination.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Leasure, P. &amp; Stevens Andersen, T. (2016). Yale Law &amp; Policy Review Inter Alia.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METHODS 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BTB is a great case study in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3864"/>
                </a:solidFill>
              </a:rPr>
              <a:t>Same underlying question, three designs, three kinds of validity trade-off:</a:t>
            </a:r>
            <a:endParaRPr lang="en-US" sz="1900" dirty="0"/>
          </a:p>
          <a:p>
            <a:pPr lvl="1" marL="6858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555555"/>
                </a:solidFill>
              </a:rPr>
              <a:t>Audit experiments — strong internal validity (true randomization) but narrow scope: they measure discrimination directly, not real employment outcomes.</a:t>
            </a:r>
            <a:endParaRPr lang="en-US" sz="1900" dirty="0"/>
          </a:p>
          <a:p>
            <a:pPr lvl="1" marL="6858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555555"/>
                </a:solidFill>
              </a:rPr>
              <a:t>Diff-in-diff on proxies — real-world outcomes, but identification rests on parallel trends and on a demographic proxy standing in for “has a record,” which is itself a measurement assumption worth interrogating.</a:t>
            </a:r>
            <a:endParaRPr lang="en-US" sz="1900" dirty="0"/>
          </a:p>
          <a:p>
            <a:pPr lvl="1" marL="6858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555555"/>
                </a:solidFill>
              </a:rPr>
              <a:t>Admin-data natural experiments — study the actual target population, but depend on a specific local policy change being “as good as random.”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None of these is a true randomized controlled trial of the policy itself — and yet converging evidence across all three designs is what makes the statistical-discrimination conclusion credible.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BTB teaches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A policy can be well-intentioned, pass in 35+ states, and still fail a causal test — intuition (“hide the box, help people get hired”) is not evidence.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Removing information doesn't make discrimination disappear — it can just relocate it to a cruder, group-level signal (statistical discrimination).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Triangulating across experimental and quasi-experimental designs is often more convincing than any single “ideal” study — especially when a true RCT of the policy isn't feasible.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Good policy design should weigh unintended effects on related groups, not just the intended beneficiaries — and alternatives (like CQEs) suggest that adding good information can outperform removing information.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0000"/>
                </a:solidFill>
              </a:rPr>
              <a:t>DISCUSSION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254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If you only had resources for one study design, which of the three would you run — and what would you give up?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Doleac &amp; Hansen use demographic groups as a proxy for “has a criminal record.” What assumption does that require, and how could you check it?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</a:rPr>
              <a:t>Is “statistical discrimination” a confounder, a mediator, or something else in the causal chain from BTB to employment? How would you draw that DAG?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11274552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262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Doleac, J. (2019). Testimony before the U.S. House Committee on Oversight and Reform, “Empirical evidence on the effects of Ban the Box policies.”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Agan, A. &amp; Starr, S. (2018). QJE 133.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Doleac, J. &amp; Hansen, B. (2018). Journal of Labor Economics.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Rose, E. (2018); Jackson, O. &amp; Zhao, B. (2017), FRB Boston WP 16-30.</a:t>
            </a:r>
            <a:endParaRPr lang="en-US" sz="1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Leasure, P. &amp; Stevens Andersen, T. (2016). Yale Law &amp; Policy Review Inter Alia.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2026-10-01T20:43:21Z</dcterms:created>
  <dcterms:modified xsi:type="dcterms:W3CDTF">2026-10-01T20:43:21Z</dcterms:modified>
</cp:coreProperties>
</file>